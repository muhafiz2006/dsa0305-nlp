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Raleway" pitchFamily="2" charset="0"/>
      <p:regular r:id="rId11"/>
    </p:embeddedFont>
    <p:embeddedFont>
      <p:font typeface="Roboto" panose="02000000000000000000" pitchFamily="2" charset="0"/>
      <p:regular r:id="rId12"/>
    </p:embeddedFont>
    <p:embeddedFont>
      <p:font typeface="Roboto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141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51" y="186446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DSA0305 - Natural Language Processing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CO1AT2 Technical Presentation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AD8DE-3D2D-9519-D043-AD5F4CF8D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0247" y="6393140"/>
            <a:ext cx="1531753" cy="4648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1F6BC7-A1E0-AE52-A51A-C83C5964E4B7}"/>
              </a:ext>
            </a:extLst>
          </p:cNvPr>
          <p:cNvSpPr txBox="1"/>
          <p:nvPr/>
        </p:nvSpPr>
        <p:spPr>
          <a:xfrm>
            <a:off x="9468156" y="5169158"/>
            <a:ext cx="2146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Syed Muhafiz A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192472282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66A279-79C7-EDCF-50BA-4E453DADE008}"/>
              </a:ext>
            </a:extLst>
          </p:cNvPr>
          <p:cNvSpPr txBox="1"/>
          <p:nvPr/>
        </p:nvSpPr>
        <p:spPr>
          <a:xfrm>
            <a:off x="1942825" y="3379086"/>
            <a:ext cx="83063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Comparative Study of NLP Models and Algorithms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B331360-C489-CB0E-D799-BD60548B3A6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625" y="358047"/>
            <a:ext cx="11334750" cy="1143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66A9A3-D315-8677-B844-7E399BF36B98}"/>
              </a:ext>
            </a:extLst>
          </p:cNvPr>
          <p:cNvSpPr txBox="1"/>
          <p:nvPr/>
        </p:nvSpPr>
        <p:spPr>
          <a:xfrm>
            <a:off x="745451" y="5169157"/>
            <a:ext cx="2006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Anbazhagan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9223"/>
            <a:ext cx="1115588" cy="258465"/>
          </a:xfrm>
          <a:prstGeom prst="roundRect">
            <a:avLst>
              <a:gd name="adj" fmla="val 2211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820222"/>
            <a:ext cx="1521184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08890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Architecture Matters in NLP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4" y="1987828"/>
            <a:ext cx="10868745" cy="168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all NLP models are built the same — the architecture determines what a model can learn, how fast it trains, and which tasks it excels at.</a:t>
            </a:r>
            <a:endParaRPr lang="en-US" sz="16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of the three dominant architecture families emerged </a:t>
            </a:r>
          </a:p>
          <a:p>
            <a:pPr marL="0" indent="0" algn="l">
              <a:lnSpc>
                <a:spcPct val="127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solve the limitations of its predecessor. Choosing the </a:t>
            </a:r>
          </a:p>
          <a:p>
            <a:pPr marL="0" indent="0" algn="l">
              <a:lnSpc>
                <a:spcPct val="127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model means better results with fewer resources.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309" y="2597760"/>
            <a:ext cx="5226911" cy="13141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68613" y="2786871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CNNs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568613" y="3205673"/>
            <a:ext cx="477250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local pattern recognition — adapted from image processing to text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309" y="4065007"/>
            <a:ext cx="5226911" cy="13141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68613" y="4254118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RNNs / LSTMs / GRUs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568613" y="4672920"/>
            <a:ext cx="477250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Sequential processing with memory — built for language's inherent order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781" y="4065007"/>
            <a:ext cx="5226911" cy="13141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7085" y="4254118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Transformers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927085" y="4672920"/>
            <a:ext cx="477250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Parallel attention-based processing — the current state of the art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9614D4-CF32-5065-26AA-BDA473286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0247" y="6393140"/>
            <a:ext cx="1531753" cy="4648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6298"/>
            <a:ext cx="1666436" cy="243979"/>
          </a:xfrm>
          <a:prstGeom prst="roundRect">
            <a:avLst>
              <a:gd name="adj" fmla="val 22126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814" y="594420"/>
            <a:ext cx="2083343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FAMILY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4484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Convolutional Neural Networks (CNNs)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6298149" y="2309813"/>
            <a:ext cx="2550949" cy="1672431"/>
          </a:xfrm>
          <a:prstGeom prst="roundRect">
            <a:avLst>
              <a:gd name="adj" fmla="val 403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65130" y="2476798"/>
            <a:ext cx="22169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They Work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65130" y="2864346"/>
            <a:ext cx="2216988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Originally designed for images — adapted for text by sliding filters over word sequences to detect local patterns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985621" y="2309813"/>
            <a:ext cx="2550949" cy="1672431"/>
          </a:xfrm>
          <a:prstGeom prst="roundRect">
            <a:avLst>
              <a:gd name="adj" fmla="val 403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52601" y="2476798"/>
            <a:ext cx="22169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Strengths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152601" y="2864346"/>
            <a:ext cx="2216988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Captures local patterns (n-grams) very efficiently with fast training and low memory usage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98149" y="4118769"/>
            <a:ext cx="2550949" cy="1434703"/>
          </a:xfrm>
          <a:prstGeom prst="roundRect">
            <a:avLst>
              <a:gd name="adj" fmla="val 470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5130" y="4285754"/>
            <a:ext cx="22169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For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465130" y="4673302"/>
            <a:ext cx="221698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classification, spam detection, sentiment analysis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985621" y="4118769"/>
            <a:ext cx="2550949" cy="1434703"/>
          </a:xfrm>
          <a:prstGeom prst="roundRect">
            <a:avLst>
              <a:gd name="adj" fmla="val 470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52601" y="4285754"/>
            <a:ext cx="22169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Limitation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152601" y="4673302"/>
            <a:ext cx="221698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Ignores word order beyond local windows; poor at long-range dependencies</a:t>
            </a:r>
            <a:endParaRPr lang="en-US" sz="12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EDCE01-107C-84DB-5EBB-BA62EC959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01" y="2309813"/>
            <a:ext cx="6222459" cy="313644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4EB184A-A640-C31A-84CC-5069901A5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3712" y="6393140"/>
            <a:ext cx="1531753" cy="4648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2727"/>
            <a:ext cx="1832425" cy="268486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438" y="595709"/>
            <a:ext cx="223008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FAMILY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77292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Recurrent Neural Networks (RNNs)</a:t>
            </a:r>
            <a:endParaRPr lang="en-US" sz="3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975" y="1677591"/>
            <a:ext cx="9273745" cy="33571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39776" y="4215272"/>
            <a:ext cx="2323142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GRU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139776" y="3203389"/>
            <a:ext cx="2323142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LSTM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139776" y="2181181"/>
            <a:ext cx="2323142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RNN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61475" y="5220692"/>
            <a:ext cx="10868745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RNNs process text sequentially — each word is informed by all previous words. Simple RNNs pass the previous output as input to the current step. </a:t>
            </a: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LSTMs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extend this with gating mechanisms that solve the vanishing gradient problem, enabling much longer memory. </a:t>
            </a: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GRUs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offer a simplified architecture that is often faster to train while achieving comparable performance. These models excel at language modeling, named entity recognition, and speech recognition — but are slow to train and struggle with very long sequences.</a:t>
            </a:r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C62D77-C6EF-1B50-8231-4B652D04D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0247" y="6347930"/>
            <a:ext cx="1531753" cy="4648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37320"/>
            <a:ext cx="1764164" cy="258465"/>
          </a:xfrm>
          <a:prstGeom prst="roundRect">
            <a:avLst>
              <a:gd name="adj" fmla="val 2211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988318"/>
            <a:ext cx="2169761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FAMILY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257002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Transformers: The Game Changer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61475" y="2190452"/>
            <a:ext cx="19050" cy="533995"/>
          </a:xfrm>
          <a:prstGeom prst="roundRect">
            <a:avLst>
              <a:gd name="adj" fmla="val 59999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916560" y="2328168"/>
            <a:ext cx="558141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"Attention Is All You Need" — Vaswani et al., 2017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2896691"/>
            <a:ext cx="5226911" cy="168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Transformers revolutionized NLP by processing all words in a sequence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 parallel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self-attention mechanisms, rather than one word at a time like RNNs.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has shown that a one-layer Transformer of logarithmic width can perform index lookup tasks where an RNN requires a hidden state of linear size — a fundamental efficiency advantage.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4758035"/>
            <a:ext cx="5226911" cy="877491"/>
          </a:xfrm>
          <a:prstGeom prst="roundRect">
            <a:avLst>
              <a:gd name="adj" fmla="val 8142"/>
            </a:avLst>
          </a:prstGeom>
          <a:solidFill>
            <a:srgbClr val="E1E1E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5005884"/>
            <a:ext cx="212620" cy="17006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14209" y="4938216"/>
            <a:ext cx="4504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Transformers win on quality; CNNs/RNNs win on efficiency — keep this tradeoff in mind.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659" y="2190452"/>
            <a:ext cx="425241" cy="4252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26188" y="2190452"/>
            <a:ext cx="46103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BERT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926188" y="2609255"/>
            <a:ext cx="461038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Bidirectional encoder — excels at language understanding tasks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9659" y="3432572"/>
            <a:ext cx="425241" cy="4252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6188" y="3432572"/>
            <a:ext cx="46103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GPT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6926188" y="3851374"/>
            <a:ext cx="461038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Autoregressive decoder — state of the art for text generation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9659" y="4416127"/>
            <a:ext cx="425241" cy="4252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26188" y="4416127"/>
            <a:ext cx="46103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T5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6926188" y="4834930"/>
            <a:ext cx="461038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Text-to-text framework — unifies all NLP tasks in one model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09659" y="5265738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Limitation: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Computationally expensive; requires large datasets to shine.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3278E18-4D83-0B9F-43BE-455D572F2B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3257" y="6371075"/>
            <a:ext cx="1531753" cy="4648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49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Head-to-Head: Architecture Comparison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5365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direct side-by-side look at how the three architecture families compare across the dimensions that matter most for students choosing a model.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71118"/>
            <a:ext cx="10868745" cy="2501900"/>
          </a:xfrm>
          <a:prstGeom prst="roundRect">
            <a:avLst>
              <a:gd name="adj" fmla="val 317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3924995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4473277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5021560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7924" y="3077468"/>
            <a:ext cx="3039689" cy="847527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856931" y="3197225"/>
            <a:ext cx="327126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Architecture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707613" y="3077468"/>
            <a:ext cx="1954064" cy="847527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3896620" y="3197225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Parallelizable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1677" y="3077468"/>
            <a:ext cx="1954064" cy="847527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5850684" y="3197225"/>
            <a:ext cx="15760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Long-range Context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615742" y="3077468"/>
            <a:ext cx="1954064" cy="847527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7804748" y="3197225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Training Speed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569806" y="3077468"/>
            <a:ext cx="1954064" cy="847527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9758813" y="3197225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Memory Use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6931" y="4047927"/>
            <a:ext cx="327126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CNN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896620" y="4047927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850684" y="4047927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804748" y="4047927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758813" y="4047927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6931" y="4596209"/>
            <a:ext cx="327126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RNN / LSTM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896620" y="4596209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850684" y="4596209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804748" y="4596209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758813" y="4596209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56931" y="5144492"/>
            <a:ext cx="327126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Transformer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896620" y="5144492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850684" y="5144492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804748" y="5144492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758813" y="5144492"/>
            <a:ext cx="218563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</a:t>
            </a:r>
            <a:endParaRPr lang="en-US" sz="14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A10E470-85F5-93B0-0371-E62C76124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0247" y="6333981"/>
            <a:ext cx="1531753" cy="464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Cases: Which Model for Which Task?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7424"/>
            <a:ext cx="4704141" cy="47042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659" y="1494631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73405" y="1526480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845426" y="1553071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Text Classification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845426" y="1971873"/>
            <a:ext cx="4691144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Spam detection and sentiment analysis: CNNs and fine-tuned BERT both excel.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BERT leads on accuracy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CNNs win on speed. Research confirms this tradeoff across sentiment, question-answering, and classification benchmarks.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659" y="3312319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73405" y="3344168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845426" y="3370759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Translation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845426" y="3789561"/>
            <a:ext cx="469114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Transformers (Google's T5, Meta's NLLB) now dominate — they have fully replaced the older RNN-based Seq2Seq architectures that once defined the field.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9659" y="4871442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405" y="4903291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45426" y="4929882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Text Summarization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845426" y="5348684"/>
            <a:ext cx="469114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Transformer encoder-decoder models like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BART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T5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set the current state of the art for both extractive and abstractive summarization.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ED1FE4-D765-C92F-D69E-EC73A4724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3521" y="6345765"/>
            <a:ext cx="1531753" cy="4648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65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Choosing the Right Model: A Student's Guide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9526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this decision framework when starting a new NLP project.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10309"/>
            <a:ext cx="3622882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482" y="3255367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Limited Compute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3664049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with 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CNN or GRU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lightweight, fast to train, ideal for quick prototypes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310309"/>
            <a:ext cx="3622882" cy="756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73364" y="3255367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Sequence + Context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473364" y="3664049"/>
            <a:ext cx="32448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LSTM / GRU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moderate-length sequences where word order and memory matter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310309"/>
            <a:ext cx="3622882" cy="756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6246" y="3255367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Accuracy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96246" y="3664049"/>
            <a:ext cx="32448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Fine-tune a pre-trained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Transformer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(BERT, GPT) — transfer learning saves enormous training time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4972943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240635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209183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Rule of thumb: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Transformers win on quality; CNNs and RNNs win on efficiency. Match your model to your constraints, not just your ambitions.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B57F6A-B5B5-E386-2EE5-C63B141FA9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0247" y="6393140"/>
            <a:ext cx="1531753" cy="4648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698</Words>
  <Application>Microsoft Office PowerPoint</Application>
  <PresentationFormat>Widescreen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Roboto</vt:lpstr>
      <vt:lpstr>Raleway</vt:lpstr>
      <vt:lpstr>Arial</vt:lpstr>
      <vt:lpstr>Roboto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syed muhafiz</cp:lastModifiedBy>
  <cp:revision>4</cp:revision>
  <dcterms:created xsi:type="dcterms:W3CDTF">2026-07-24T17:14:16Z</dcterms:created>
  <dcterms:modified xsi:type="dcterms:W3CDTF">2026-07-25T03:55:01Z</dcterms:modified>
</cp:coreProperties>
</file>